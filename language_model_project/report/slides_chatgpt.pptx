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016"/>
            </a:pPr>
            <a:r>
              <a:t>DermaForce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 + QLoRA for Hebrew Dermatology Board-Exam 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chatbot worked, but lacked rigorous evaluation, failure analysis, and fine-tuning.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academically rigorous evaluation framework using real board-exam questions and human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Hebrew MCQ → Translation → Retrieval → Reranking → LLM Answer → Verifier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Dataset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949 real Israeli board-exam questions (2021–2026) with expert-linked 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Data Engineering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Parsing multiple formats, glyph issues, reference formats, and chapter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Retrieval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redesign: 400-word chunks + overlap; balanced across competing evaluation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Cross-Lingual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Translation improves English-only embeddings; true cross-lingual embeddings remain 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Atopic dermatitis and nevus questions: translation fixed retrieval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Reranking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MiniLM reranker improved MRR across all tested retrieval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Failure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Figure/table references performed 3.7–4.6× worse due to missing caption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QLoRA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Qwen2.5-3B, LoRA ranks 8/16/32; rank 16 chosen as best generalization tradeoff.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Held-out 2025–2026 exams; system achieved 83.5% of achievable text-only ceiling.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Verifier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unsupported claims and fabricated citations; strong abstention behavior for out-of-scope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16"/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Reintroduce captions, improve retrieval budget, expand multi-hop and figure/table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